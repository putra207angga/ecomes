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48640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9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87D74"/>
                </a:solidFill>
                <a:latin typeface="Calibri"/>
              </a:defRPr>
            </a:pPr>
            <a:r>
              <a:t>Abel'z handmade</a:t>
            </a:r>
          </a:p>
          <a:p>
            <a:pPr>
              <a:defRPr sz="2000" b="1">
                <a:solidFill>
                  <a:srgbClr val="2D3748"/>
                </a:solidFill>
                <a:latin typeface="Calibri"/>
              </a:defRPr>
            </a:pPr>
            <a:r>
              <a:t>Katalog &amp; Presentasi Produk Rajut Estetik</a:t>
            </a:r>
          </a:p>
          <a:p>
            <a:br/>
            <a:pPr>
              <a:defRPr sz="1400">
                <a:solidFill>
                  <a:srgbClr val="718096"/>
                </a:solidFill>
                <a:latin typeface="Calibri"/>
              </a:defRPr>
            </a:pPr>
            <a:r>
              <a:t>Kerajinan tangan rajut berkualitasi tinggi, unik, dan ramah lingkungan. Dibuat penuh ketelitian dengan pilihan kustom warna &amp; model.</a:t>
            </a:r>
          </a:p>
          <a:p>
            <a:br/>
            <a:br/>
            <a:pPr>
              <a:defRPr sz="1300" b="1">
                <a:solidFill>
                  <a:srgbClr val="8B9B88"/>
                </a:solidFill>
                <a:latin typeface="Calibri"/>
              </a:defRPr>
            </a:pPr>
            <a:r>
              <a:t>Kreator: Yayuk Wahyuni</a:t>
            </a:r>
            <a:br/>
            <a:r>
              <a:t>Instagram: @yayukwahyuni26</a:t>
            </a:r>
          </a:p>
        </p:txBody>
      </p:sp>
      <p:pic>
        <p:nvPicPr>
          <p:cNvPr id="4" name="Picture 3" descr="abelz_hero_cover_1789522695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4937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C8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  <a:latin typeface="Calibri"/>
              </a:defRPr>
            </a:pPr>
            <a:r>
              <a:t>Tentang Abel'z Handmade</a:t>
            </a:r>
          </a:p>
          <a:p>
            <a:pPr>
              <a:defRPr sz="1400">
                <a:solidFill>
                  <a:srgbClr val="718096"/>
                </a:solidFill>
                <a:latin typeface="Calibri"/>
              </a:defRPr>
            </a:pPr>
            <a:r>
              <a:t>Kreativitas Rajut Berkualitas dari Yayuk Wahyuni (@yayukwahyuni26)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87D74"/>
                </a:solidFill>
              </a:defRPr>
            </a:pPr>
            <a:r>
              <a:t>100% Handcrafted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Setiap produk dirajut secara manual dengan ketelitian tinggi, menghasilkan tekstur rajutan yang rapi dan tahan lama.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9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9B88"/>
                </a:solidFill>
              </a:defRPr>
            </a:pPr>
            <a:r>
              <a:t>Bahan Premium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Menggunakan Benang Poliindo yang kuat &amp; awet untuk tas, serta Milk Cotton Yarn yang sangat halus untuk boneka &amp; ganci.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87D74"/>
                </a:solidFill>
              </a:defRPr>
            </a:pPr>
            <a:r>
              <a:t>Custom Pre-Order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Menerima pesanan kustom (PO) di mana pelanggan dapat menentukan kombinasi warna dan variasi model sesuai selera.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9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9B88"/>
                </a:solidFill>
              </a:defRPr>
            </a:pPr>
            <a:r>
              <a:t>Eco-Friendly Choice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Menghadirkan produk ramah lingkungan seperti Cup Holder Rajut sebagai alternatif pengganti kantong plastik.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C8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  <a:latin typeface="Calibri"/>
              </a:defRPr>
            </a:pPr>
            <a:r>
              <a:t>Katalog Produk: Tas Rajut &amp; Pouch</a:t>
            </a:r>
          </a:p>
          <a:p>
            <a:pPr>
              <a:defRPr sz="1400">
                <a:solidFill>
                  <a:srgbClr val="718096"/>
                </a:solidFill>
                <a:latin typeface="Calibri"/>
              </a:defRPr>
            </a:pPr>
            <a:r>
              <a:t>Koleksi Tas Rajut Serut &amp; Tote Bag Estetik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87D74"/>
                </a:solidFill>
              </a:defRPr>
            </a:pPr>
            <a:r>
              <a:t>Spesifikasi &amp; Keunggulan Produk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Variasi Model: Drawstring Purse (Tas Serut), Tote Bag Rajut, &amp; Pouch Organiser.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Spesifikasi Dimensi: Tersedia pilihan ukuran 25 cm × 25 cm dan 23 cm × 23 cm.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Material Utama: Benang Poliindo – Kuat, tidak mudah bersabut, dan warna tahan lama.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Keunggulan: Tali serut fleksibel, ruang penyimpanan luas, tampilan rajutan estetik.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Ketersediaan: Tersedia varian Ready Stock &amp; Pre-Order (PO) request warna bebas.</a:t>
            </a:r>
          </a:p>
        </p:txBody>
      </p:sp>
      <p:pic>
        <p:nvPicPr>
          <p:cNvPr id="6" name="Picture 5" descr="abelz_tas_rajut_1789522709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C8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  <a:latin typeface="Calibri"/>
              </a:defRPr>
            </a:pPr>
            <a:r>
              <a:t>Katalog Produk: Cup Holder Rajut</a:t>
            </a:r>
          </a:p>
          <a:p>
            <a:pPr>
              <a:defRPr sz="1400">
                <a:solidFill>
                  <a:srgbClr val="718096"/>
                </a:solidFill>
                <a:latin typeface="Calibri"/>
              </a:defRPr>
            </a:pPr>
            <a:r>
              <a:t>Solusi Drink Sleeve Ramah Lingkungan &amp; Estetik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731520"/>
          </a:xfrm>
          <a:prstGeom prst="roundRect">
            <a:avLst/>
          </a:prstGeom>
          <a:solidFill>
            <a:srgbClr val="8B9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"Rajutannya lucu, bumi pun happy. Minum tetap cozy tanpa kantong plastik!"</a:t>
            </a:r>
          </a:p>
        </p:txBody>
      </p:sp>
      <p:pic>
        <p:nvPicPr>
          <p:cNvPr id="6" name="Picture 5" descr="abelz_cup_holder_1789522722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457200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77840" y="2377440"/>
            <a:ext cx="5852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9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56032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9B88"/>
                </a:solidFill>
              </a:defRPr>
            </a:pPr>
            <a:r>
              <a:t>Detail Produk Cup Holder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Fungsi Utama: Pelindung tangan dari panas/dingin cangkir minuman &amp; pengganti plastik sekali pakai.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Material: Benang Poliindo elastis, meluk lekuk cangkir dengan pas dan dapat dicuci berulang kali.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Kesesuaian Ukuran: Fleksibel untuk berbagai ukuran gelas kopi, cup boba, hingga botol tumbler standar.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Desain &amp; Warna: Tersedia berbagai pilihan warna pastel &amp; earth tone yang manis dan kekinian.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Pemesanan: Bisa di-order ulang (PO kustom warna) maupun dibeli dalam jumlah banyak untuk souvenir.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C8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  <a:latin typeface="Calibri"/>
              </a:defRPr>
            </a:pPr>
            <a:r>
              <a:t>Katalog Produk: Gantungan Kunci &amp; Doll Charms</a:t>
            </a:r>
          </a:p>
          <a:p>
            <a:pPr>
              <a:defRPr sz="1400">
                <a:solidFill>
                  <a:srgbClr val="718096"/>
                </a:solidFill>
                <a:latin typeface="Calibri"/>
              </a:defRPr>
            </a:pPr>
            <a:r>
              <a:t>Aksesori Lucu &amp; Menggemaskan dari Benang Milk Cotton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87D74"/>
                </a:solidFill>
              </a:defRPr>
            </a:pPr>
            <a:r>
              <a:t>Koleksi Aksesori &amp; Bag Charms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Boneka Rajut Miffy: Gantungan tas bentuk kelinci Miffy yang imut, favorit untuk bag charm.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Ganci Turtle (Penyu): Gantungan kunci kura-kura mungil dengan detail rajutan yang sangat presisi.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Bola Rajut &amp; Charms: Aksesori pelengkap gantungan kunci/tas bernuansa rajut yang berwarna-warni.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Bahan Milk Cotton Yarn: Tekstur super lembut, nyaman disentuh, tidak berbulu kasar, dan aman.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Penggunaan Rekomendasi: Cocok untuk gantungan tas sekolah/kerja, kunci kendaraan, kado, &amp; souvenir.</a:t>
            </a:r>
          </a:p>
        </p:txBody>
      </p:sp>
      <p:pic>
        <p:nvPicPr>
          <p:cNvPr id="6" name="Picture 5" descr="abelz_ganci_miffy_1789522736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C8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  <a:latin typeface="Calibri"/>
              </a:defRPr>
            </a:pPr>
            <a:r>
              <a:t>Pemesanan &amp; Kontak Abel'z Handmade</a:t>
            </a:r>
          </a:p>
          <a:p>
            <a:pPr>
              <a:defRPr sz="1400">
                <a:solidFill>
                  <a:srgbClr val="718096"/>
                </a:solidFill>
                <a:latin typeface="Calibri"/>
              </a:defRPr>
            </a:pPr>
            <a:r>
              <a:t>Cara Mudah Memiliki Produk Rajut Custom Favorit Anda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9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9B88"/>
                </a:solidFill>
              </a:defRPr>
            </a:pPr>
            <a:r>
              <a:t>Alur Pemesanan Produk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1. Pilih Model &amp; Produk (Tas, Cup Holder, atau Gantungan Kunci).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2. Diskusi Warna &amp; Ukuran (Request pilihan warna custom via DM Instagram).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3. Konfirmasi Pesanan &amp; Pengerjaan (Sistem Pre-Order dengan pengerjaan rapi).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4. Pengiriman (Produk dikemas aman dan siap dikirim ke seluruh wilayah).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480560" cy="4572000"/>
          </a:xfrm>
          <a:prstGeom prst="roundRect">
            <a:avLst/>
          </a:prstGeom>
          <a:solidFill>
            <a:srgbClr val="C8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01168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Hubungi Kami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📷 Instagram:</a:t>
            </a:r>
            <a:br/>
            <a:r>
              <a:t>@yayukwahyuni26</a:t>
            </a:r>
            <a:br/>
            <a:br/>
            <a:r>
              <a:t>👤 Pemilik &amp; Craft Maker:</a:t>
            </a:r>
            <a:br/>
            <a:r>
              <a:t>Yayuk Wahyuni</a:t>
            </a:r>
            <a:br/>
            <a:br/>
            <a:r>
              <a:t>🛍️ Brand:</a:t>
            </a:r>
            <a:br/>
            <a:r>
              <a:t>Abel'z handmade</a:t>
            </a:r>
            <a:br/>
            <a:br/>
            <a:r>
              <a:t>✨ Terima kasih telah mendukung produk kerajinan rajut lokal buatan tangan!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